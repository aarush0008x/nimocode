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114800" cy="384048"/>
          </a:xfrm>
          <a:prstGeom prst="roundRect">
            <a:avLst/>
          </a:prstGeom>
          <a:solidFill>
            <a:srgbClr val="23190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🚀  HACKATHON PITCH DECK • FAANG TECHNICAL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59E0B"/>
                </a:solidFill>
                <a:latin typeface="Arial"/>
              </a:defRPr>
            </a:pPr>
            <a:r>
              <a:t>NimoCode AI Arena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Arial"/>
              </a:defRPr>
            </a:pPr>
            <a:r>
              <a:t>Next-Generation Competitive Programming &amp; AI-Powered FAANG Technical Interview Preparation Studio.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389120"/>
            <a:ext cx="2468880" cy="137160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Arial"/>
              </a:defRPr>
            </a:pPr>
            <a:r>
              <a:t>2,000+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A1A1AA"/>
                </a:solidFill>
                <a:latin typeface="Arial"/>
              </a:defRPr>
            </a:pPr>
            <a:r>
              <a:t>DSA Challenges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4389120"/>
            <a:ext cx="2468880" cy="137160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4480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Arial"/>
              </a:defRPr>
            </a:pPr>
            <a:r>
              <a:t>1v1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A1A1AA"/>
                </a:solidFill>
                <a:latin typeface="Arial"/>
              </a:defRPr>
            </a:pPr>
            <a:r>
              <a:t>Multiplayer Duels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389120"/>
            <a:ext cx="2468880" cy="137160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4480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Arial"/>
              </a:defRPr>
            </a:pPr>
            <a:r>
              <a:t>WebRTC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A1A1AA"/>
                </a:solidFill>
                <a:latin typeface="Arial"/>
              </a:defRPr>
            </a:pPr>
            <a:r>
              <a:t>Voice Pair Studio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4389120"/>
            <a:ext cx="2468880" cy="137160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4480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Arial"/>
              </a:defRPr>
            </a:pPr>
            <a:r>
              <a:t>1600x1000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A1A1AA"/>
                </a:solidFill>
                <a:latin typeface="Arial"/>
              </a:defRPr>
            </a:pPr>
            <a:r>
              <a:t>Verifiable Creds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23190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🚀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Traditional Interview Prep is Broken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Arial"/>
              </a:defRPr>
            </a:pPr>
            <a:r>
              <a:t>Why 90% of qualified engineers fail technical loops on traditional platforms like LeetCode: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37560" cy="384048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👤  Isolated Solo Grinding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Candidates code silently in isolation without practicing verbal explanation, real-time collaboration, or peer code critique.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194560"/>
            <a:ext cx="3337560" cy="384048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⏱️  Zero Live Pressure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No live stakes, no multiplayer head-to-head competition, and no step-by-step memory visualization of algorithm pointers.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194560"/>
            <a:ext cx="3337560" cy="384048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📉  Static Dummy Metrics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Traditional sites rely on unverified dummy leaderboards rather than 100% verified real-time database sync and verifiable certificates.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23190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🚀 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Unified FAANG Ecosystem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Arial"/>
              </a:defRPr>
            </a:pPr>
            <a:r>
              <a:t>An all-in-one multiplayer, AI-coached, and cloud-synchronized competitive arena: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37560" cy="384048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⚔️  1v1 Live Coding Duels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Head-to-head ranked matches with rating stakes, real-time opponent testcase tickers, and live spectator broadcast with reactions.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194560"/>
            <a:ext cx="3337560" cy="384048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🎙️  WebRTC Pair Studio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Multiplayer rooms with custom room codes, custom code sandboxes, in-browser audio channels, and interviewer feedback pads.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194560"/>
            <a:ext cx="3337560" cy="384048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🤖  NVIDIA AI Interviewer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Speech-to-text voice input &amp; speech synthesis audio playback simulating a Senior Google Engineer with FAANG scorecards.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23190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🚀  BREAKTHROUGH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Breakthrough Innovations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Arial"/>
              </a:defRPr>
            </a:pPr>
            <a:r>
              <a:t>Cutting-edge features built to accelerate candidate hiring readiness: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166360" cy="192024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🎬  Step-by-Step AST Visualizer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Interactive array memory slots, animated pointers, hash map lookup tables, and call stack inspector.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103120"/>
            <a:ext cx="5166360" cy="192024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28600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📊  Runtime Bell Curve Graph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Interactive histogram showing global percentiles ('Beats 96.2% of C++ Submissions').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166360" cy="192024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🐙  GitHub 1-Click Solution Sync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Auto-commits solved problems directly to personal GitHub repos with formatted markdown READMEs.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297680"/>
            <a:ext cx="5166360" cy="192024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48056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🌳  RPG Algorithmic Skill Tree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Gamified branching paths (Arrays ➔ Trees ➔ Graphs ➔ DP ➔ System Design) with glowing badges.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23190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🚀  CLOUD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Architecture &amp; Cloud Stack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Arial"/>
              </a:defRPr>
            </a:pPr>
            <a:r>
              <a:t>Full-stack cloud infrastructure delivering sub-second real-time responsiveness: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37560" cy="384048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⚛️  Frontend Engine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React 18, TypeScript, Monaco Editor, Tailwind CSS, HTML5 Canvas 2D, and WebRTC Voice Channels.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194560"/>
            <a:ext cx="3337560" cy="384048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⚡  Compiler &amp; Polling API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Node.js, Express, Multi-language compiler (C++, Python, Java, JS, Go, Rust), and 4-second Atlas polling sync.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194560"/>
            <a:ext cx="3337560" cy="384048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🍃  MongoDB Atlas Cloud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Auto-sanitizing database collections for genuine registered users, live reviews, and verified certificates.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23190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🚀  BUSINESS &amp;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Business Model &amp; Market Traction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Arial"/>
              </a:defRPr>
            </a:pPr>
            <a:r>
              <a:t>Designed by a 4-member agile engineering squad and live in production: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37560" cy="384048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🎯  Target Market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40M+ Computer Science university students, self-taught engineers, and tech professionals preparing for tech hiring rounds.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194560"/>
            <a:ext cx="3337560" cy="384048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💰  Monetization Streams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University campus arena licenses, corporate hiring screening sandboxes, and premium 1-on-1 AI mock interview credits.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194560"/>
            <a:ext cx="3337560" cy="3840480"/>
          </a:xfrm>
          <a:prstGeom prst="roundRect">
            <a:avLst/>
          </a:prstGeom>
          <a:solidFill>
            <a:srgbClr val="121217"/>
          </a:solidFill>
          <a:ln w="1270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🌐  Live Deployment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Arial"/>
              </a:defRPr>
            </a:pPr>
            <a:r>
              <a:t>Deployed live at nimocode.vercel.app with zero mock data and 100% genuine user progress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